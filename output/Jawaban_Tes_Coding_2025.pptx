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ca40fcf6274fea" /><Relationship Type="http://schemas.openxmlformats.org/officeDocument/2006/relationships/extended-properties" Target="/docProps/app.xml" Id="Rfab6448c55424952" /><Relationship Type="http://schemas.openxmlformats.org/officeDocument/2006/relationships/officeDocument" Target="/ppt/presentation.xml" Id="Rf5c105b022d04f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5f031210144f0"/>
  </p:sldMasterIdLst>
  <p:notesMasterIdLst>
    <p:notesMasterId xmlns:r="http://schemas.openxmlformats.org/officeDocument/2006/relationships" r:id="R942dc189511245a5"/>
  </p:notesMasterIdLst>
  <p:sldIdLst>
    <p:sldId xmlns:r="http://schemas.openxmlformats.org/officeDocument/2006/relationships" id="256" r:id="R993a5eb416004fcc"/>
    <p:sldId xmlns:r="http://schemas.openxmlformats.org/officeDocument/2006/relationships" id="257" r:id="R7588eb1feca1405b"/>
    <p:sldId xmlns:r="http://schemas.openxmlformats.org/officeDocument/2006/relationships" id="258" r:id="Rcda42abbbb314240"/>
    <p:sldId xmlns:r="http://schemas.openxmlformats.org/officeDocument/2006/relationships" id="259" r:id="R1692e7c374584698"/>
    <p:sldId xmlns:r="http://schemas.openxmlformats.org/officeDocument/2006/relationships" id="260" r:id="Rfea5177ff77d481c"/>
    <p:sldId xmlns:r="http://schemas.openxmlformats.org/officeDocument/2006/relationships" id="261" r:id="Rdf77a22a246e437e"/>
    <p:sldId xmlns:r="http://schemas.openxmlformats.org/officeDocument/2006/relationships" id="262" r:id="Reab687374fb2443b"/>
    <p:sldId xmlns:r="http://schemas.openxmlformats.org/officeDocument/2006/relationships" id="263" r:id="Raa4a22412ed144e7"/>
    <p:sldId xmlns:r="http://schemas.openxmlformats.org/officeDocument/2006/relationships" id="264" r:id="Rb2c7f1aad96e47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987fb76d90448c" /><Relationship Type="http://schemas.openxmlformats.org/officeDocument/2006/relationships/slideMaster" Target="/ppt/slideMasters/slideMaster1.xml" Id="R8da5f031210144f0" /><Relationship Type="http://schemas.openxmlformats.org/officeDocument/2006/relationships/notesMaster" Target="/ppt/notesMasters/notesMaster1.xml" Id="R942dc189511245a5" /><Relationship Type="http://schemas.openxmlformats.org/officeDocument/2006/relationships/presProps" Target="/ppt/presProps.xml" Id="R5d300acb63bd4799" /><Relationship Type="http://schemas.openxmlformats.org/officeDocument/2006/relationships/tableStyles" Target="/ppt/tableStyles.xml" Id="R2f36f61456064b80" /><Relationship Type="http://schemas.openxmlformats.org/officeDocument/2006/relationships/slide" Target="/ppt/slides/slide1.xml" Id="R993a5eb416004fcc" /><Relationship Type="http://schemas.openxmlformats.org/officeDocument/2006/relationships/slide" Target="/ppt/slides/slide2.xml" Id="R7588eb1feca1405b" /><Relationship Type="http://schemas.openxmlformats.org/officeDocument/2006/relationships/slide" Target="/ppt/slides/slide3.xml" Id="Rcda42abbbb314240" /><Relationship Type="http://schemas.openxmlformats.org/officeDocument/2006/relationships/slide" Target="/ppt/slides/slide4.xml" Id="R1692e7c374584698" /><Relationship Type="http://schemas.openxmlformats.org/officeDocument/2006/relationships/slide" Target="/ppt/slides/slide5.xml" Id="Rfea5177ff77d481c" /><Relationship Type="http://schemas.openxmlformats.org/officeDocument/2006/relationships/slide" Target="/ppt/slides/slide6.xml" Id="Rdf77a22a246e437e" /><Relationship Type="http://schemas.openxmlformats.org/officeDocument/2006/relationships/slide" Target="/ppt/slides/slide7.xml" Id="Reab687374fb2443b" /><Relationship Type="http://schemas.openxmlformats.org/officeDocument/2006/relationships/slide" Target="/ppt/slides/slide8.xml" Id="Raa4a22412ed144e7" /><Relationship Type="http://schemas.openxmlformats.org/officeDocument/2006/relationships/slide" Target="/ppt/slides/slide9.xml" Id="Rb2c7f1aad96e47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c96275dbe04e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cece4d9f0f4875" /><Relationship Type="http://schemas.openxmlformats.org/officeDocument/2006/relationships/notesMaster" Target="/ppt/notesMasters/notesMaster1.xml" Id="R8fdb29d049e9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eeb0918bb04f0a" /><Relationship Type="http://schemas.openxmlformats.org/officeDocument/2006/relationships/notesMaster" Target="/ppt/notesMasters/notesMaster1.xml" Id="Rd59c3df7a700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413b89411456d" /><Relationship Type="http://schemas.openxmlformats.org/officeDocument/2006/relationships/notesMaster" Target="/ppt/notesMasters/notesMaster1.xml" Id="R5b4d539d5b6d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37b5b151c84544" /><Relationship Type="http://schemas.openxmlformats.org/officeDocument/2006/relationships/notesMaster" Target="/ppt/notesMasters/notesMaster1.xml" Id="R46813cd0e8a449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eaec0264b14483" /><Relationship Type="http://schemas.openxmlformats.org/officeDocument/2006/relationships/notesMaster" Target="/ppt/notesMasters/notesMaster1.xml" Id="R1f5ceb94dee848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4d6fcf3066491e" /><Relationship Type="http://schemas.openxmlformats.org/officeDocument/2006/relationships/notesMaster" Target="/ppt/notesMasters/notesMaster1.xml" Id="R16927e16fb2642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fae2e0285d4759" /><Relationship Type="http://schemas.openxmlformats.org/officeDocument/2006/relationships/notesMaster" Target="/ppt/notesMasters/notesMaster1.xml" Id="R7c6a2a9fa67745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c61227fea34cc7" /><Relationship Type="http://schemas.openxmlformats.org/officeDocument/2006/relationships/notesMaster" Target="/ppt/notesMasters/notesMaster1.xml" Id="R83568a5d956344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1796c538a642de" /><Relationship Type="http://schemas.openxmlformats.org/officeDocument/2006/relationships/notesMaster" Target="/ppt/notesMasters/notesMaster1.xml" Id="Rfffc26f5fc60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1de1882f54d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c3bd3288442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9965115c844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d044027d6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3dfa5c4c54e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0f5a45db342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8352A-3CA3-4705-BAE1-77BB6B8A3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9F3597-26BE-432B-97DA-EA9BE794C5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89289C-E4AE-4A67-ADAA-EF4BAA5F4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EB4183-6541-464A-8970-081F07F89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80709E-D7BF-4BE2-B227-948DEACAF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DE51A0-835C-4979-8381-4A5F00517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E79E9B-AF1E-4C49-BF91-D2EEEFABF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A90C98-D842-493B-92AE-0CD0A3FD92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81921-0769-4C05-9BCB-EF945B417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95F9F6-AE96-42C5-A1EC-A13C43F946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ddf0029464a07" /><Relationship Type="http://schemas.openxmlformats.org/officeDocument/2006/relationships/slideLayout" Target="/ppt/slideLayouts/slideLayout1.xml" Id="Rd05694d60dbf4b30" /><Relationship Type="http://schemas.openxmlformats.org/officeDocument/2006/relationships/slideLayout" Target="/ppt/slideLayouts/slideLayout2.xml" Id="R863065cbc936470f" /><Relationship Type="http://schemas.openxmlformats.org/officeDocument/2006/relationships/slideLayout" Target="/ppt/slideLayouts/slideLayout3.xml" Id="R0ca324ffdcb74d0e" /><Relationship Type="http://schemas.openxmlformats.org/officeDocument/2006/relationships/slideLayout" Target="/ppt/slideLayouts/slideLayout4.xml" Id="R01c1e58159284b02" /><Relationship Type="http://schemas.openxmlformats.org/officeDocument/2006/relationships/slideLayout" Target="/ppt/slideLayouts/slideLayout5.xml" Id="R4dc77ae5ec4f42c4" /><Relationship Type="http://schemas.openxmlformats.org/officeDocument/2006/relationships/slideLayout" Target="/ppt/slideLayouts/slideLayout6.xml" Id="Rfd9db2b35aaa4a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694d60dbf4b30"/>
    <p:sldLayoutId xmlns:r="http://schemas.openxmlformats.org/officeDocument/2006/relationships" id="2147483650" r:id="R863065cbc936470f"/>
    <p:sldLayoutId xmlns:r="http://schemas.openxmlformats.org/officeDocument/2006/relationships" id="2147483651" r:id="R0ca324ffdcb74d0e"/>
    <p:sldLayoutId xmlns:r="http://schemas.openxmlformats.org/officeDocument/2006/relationships" id="2147483652" r:id="R01c1e58159284b02"/>
    <p:sldLayoutId xmlns:r="http://schemas.openxmlformats.org/officeDocument/2006/relationships" id="2147483653" r:id="R4dc77ae5ec4f42c4"/>
    <p:sldLayoutId xmlns:r="http://schemas.openxmlformats.org/officeDocument/2006/relationships" id="2147483654" r:id="Rfd9db2b35aaa4a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a58fca2a2472a" /><Relationship Type="http://schemas.openxmlformats.org/officeDocument/2006/relationships/image" Target="/ppt/media/image.png" Id="R77be507b41544f64" /><Relationship Type="http://schemas.openxmlformats.org/officeDocument/2006/relationships/image" Target="/ppt/media/image.jpeg" Id="R41a8d7374e3d4825" /><Relationship Type="http://schemas.openxmlformats.org/officeDocument/2006/relationships/notesSlide" Target="/ppt/notesSlides/notesSlide1.xml" Id="R269488c387e9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8f1ddb6be42fd" /><Relationship Type="http://schemas.openxmlformats.org/officeDocument/2006/relationships/notesSlide" Target="/ppt/notesSlides/notesSlide2.xml" Id="R12b63acdadab4b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65a2053b94bab" /><Relationship Type="http://schemas.openxmlformats.org/officeDocument/2006/relationships/notesSlide" Target="/ppt/notesSlides/notesSlide3.xml" Id="R4be082056a59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5bcd8f0f84f03" /><Relationship Type="http://schemas.openxmlformats.org/officeDocument/2006/relationships/notesSlide" Target="/ppt/notesSlides/notesSlide4.xml" Id="Rcd49cec1925a4f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aeab078834bf4" /><Relationship Type="http://schemas.openxmlformats.org/officeDocument/2006/relationships/notesSlide" Target="/ppt/notesSlides/notesSlide5.xml" Id="Rb3a1facc9b11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75ee1ab3240c1" /><Relationship Type="http://schemas.openxmlformats.org/officeDocument/2006/relationships/notesSlide" Target="/ppt/notesSlides/notesSlide6.xml" Id="Rca75dc6d4551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c41878f4f4a7e" /><Relationship Type="http://schemas.openxmlformats.org/officeDocument/2006/relationships/notesSlide" Target="/ppt/notesSlides/notesSlide7.xml" Id="R91cb945afc6f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fae7c5f7e45df" /><Relationship Type="http://schemas.openxmlformats.org/officeDocument/2006/relationships/notesSlide" Target="/ppt/notesSlides/notesSlide8.xml" Id="R06856a53401a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f8ab66c0e4a95" /><Relationship Type="http://schemas.openxmlformats.org/officeDocument/2006/relationships/image" Target="/ppt/media/image2.png" Id="R6749e1c448a84908" /><Relationship Type="http://schemas.openxmlformats.org/officeDocument/2006/relationships/notesSlide" Target="/ppt/notesSlides/notesSlide9.xml" Id="R3a000355fe2d42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EE786-DEA9-40C2-98F8-9C650EF84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e507b41544f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54425-A739-4D4A-92EB-718A1EB8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C6AC2-EE80-4270-B9D7-79F111A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800225" cy="2085975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7F8E0-1740-4982-B5C5-2A80F7CD6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8d7374e3d4825"/>
          <a:srcRect xmlns:a="http://schemas.openxmlformats.org/drawingml/2006/main" l="0" t="6039" r="0" b="6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581025"/>
            <a:ext cx="1609725" cy="1895475"/>
          </a:xfrm>
          <a:prstGeom xmlns:a="http://schemas.openxmlformats.org/drawingml/2006/main" prst="roundRect">
            <a:avLst>
              <a:gd name="adj" fmla="val 591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B2B16-0919-45A6-B731-D273896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85825"/>
            <a:ext cx="747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AHMAD SYAH LUBIS, S.Kom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A3BF9-1036-4E03-8D25-ECFD842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0017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ED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EDF3"/>
                </a:solidFill>
                <a:latin typeface="Arial"/>
                <a:ea typeface="Arial"/>
                <a:cs typeface="Arial"/>
              </a:rPr>
              <a:t>Peserta PDP Technology BCA 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FD4CF-10F1-45A7-BF67-0E67108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28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A25B5-D812-41FA-AC60-A847776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C5EDF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5EDF3"/>
                </a:solidFill>
                <a:latin typeface="Arial"/>
                <a:ea typeface="Arial"/>
                <a:cs typeface="Arial"/>
              </a:rPr>
              <a:t>Jawaban Tes Coding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C849E-DC3B-46E4-AF91-C9BF0FCF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714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Rancangan database dan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proses pengajuan kredit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98692-3204-48C4-838D-8088BA8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Studi kasus PT JKL</a:t>
            </a:r>
          </a:p>
        </p:txBody>
      </p:sp>
    </p:spTree>
    <p:extLst>
      <p:ext uri="{BB962C8B-B14F-4D97-AF65-F5344CB8AC3E}">
        <p14:creationId xmlns:p14="http://schemas.microsoft.com/office/powerpoint/2010/main" val="10395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AEE2B-FCB3-42D6-8A9F-C375F70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DF1BD-5BBC-4D60-A6A0-4637C6D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85BA-6271-4F40-AA9E-3B30549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1. Temuan pada rancangan database awal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434E7-F340-4923-8BB1-1C38AA17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D077-882A-4E65-8386-9660489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75951-7895-4278-AE33-E842AB9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Area pada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84A6B-D81B-4627-B3D3-1AC3072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76375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Kolom idarea mengulang informasi area yang sudah ada pada cabang.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BE539-FF7F-419D-AEB1-B98CB4C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7A28B-F0ED-4324-9240-0603E6B2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336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Menu pada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2507-54FF-4F7D-972F-EC114BE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Kolom idmenu mengulang hak akses menu yang sudah diatur melalui grup.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98702-1A77-49B8-AE6C-B25E76D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923D4-E6FE-4CB2-B896-90285C3F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Kunci tabel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C20B1-330A-4B02-9710-C21C3C6C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90875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Diagram belum menandai PK/FK. Pasangan idgroup dan idmenu harus unik.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F5C4D-37AC-4CAD-926C-CEA9447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60846-3324-49E3-B91C-D0AE00F6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481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Relasi menu induk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5AFE8-9BEA-446D-BE98-0383ADED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48125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parent_menu perlu mengacu ke idmenu dan boleh kosong untuk menu utama.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5530D-C4E3-4900-B672-900189D8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434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76494-03C5-4457-91A8-A7E23F15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Akun pengguna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FC674-39E6-4220-99DF-BA8D4C2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05375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createdby masih berupa teks; username perlu unik dan status akun perlu dibatasi.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D43A3-3446-404C-8F7E-5EF02FBF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0070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90F16-1169-4683-9603-11D02DB4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81675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password varchar(6) terlalu pendek untuk menyimpan hash kata sandi.</a:t>
            </a:r>
          </a:p>
        </p:txBody>
      </p:sp>
    </p:spTree>
    <p:extLst>
      <p:ext uri="{BB962C8B-B14F-4D97-AF65-F5344CB8AC3E}">
        <p14:creationId xmlns:p14="http://schemas.microsoft.com/office/powerpoint/2010/main" val="1774811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F834D-0F7D-4B2D-B4D2-3C8C887F497C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10001250" y="3038475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F9FA2-C46B-40EC-9E47-4AFCCB0EA53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077075" y="4710113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4E95A-DA48-4AC9-9E26-1DB8CB34314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124200" y="4710113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74C79-5F60-489A-85C5-A292B2B3178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77075" y="2347913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B8D33-08D3-4E4E-AD16-E2BBAF6BCA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24200" y="2347913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C4785-D902-42F3-92A5-9168D4A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2F1F-6C1E-460D-AA09-F078357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DC1C9-CF64-423C-A11A-5EEFAE8D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2. ERD setelah normalisasi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E767-D8D0-4338-B763-EC8F0F55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D396A-7866-463C-B5E0-1926440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F731E-7811-4D7F-A74E-B9F5175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26DC4-4884-41CE-8303-302F193A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5B9CE-9CC7-47CB-812A-048112E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E696A-03A3-48E7-B782-CE9907B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id (PK)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51D8A-6582-4D9F-A5CB-818A8C3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5735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6176-1888-4FEB-891C-F7E698E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573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1C685-43EC-4B4E-AC76-514B3772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145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4988F-28CC-47ED-A82C-DAC9A1B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33600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id (PK)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area_id (FK)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E814E-4777-4C57-B682-8BA32EAF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57350"/>
            <a:ext cx="2762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AF825-17E2-4849-913E-6842EB8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57350"/>
            <a:ext cx="2762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2B482-A1E6-4CB7-B73F-D8078DD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7E386-97EE-4E4B-A0D0-5242C7A5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33600"/>
            <a:ext cx="249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id (PK), username (UQ)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branch_id, group_id (FK)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created_by (FK), is_active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7EA2D-B262-4262-A8FF-7EAD2C64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CABD2-46BD-487A-9573-CCC73197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8AD30-9CCC-4CE6-8B28-DDF61B91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E0BED-3A9D-4662-8DE7-7DEEC09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id (PK), parent_id (FK)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name, url, is_active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59931-DAFB-4FBA-9D82-9830BB70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1955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FB02E-56E4-4014-A82F-5F86EBB2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195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8ED71-C6A8-4D4D-B09C-B5B5399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GROUP_MENU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12ECF-3FC0-4E44-99F6-2D32C90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95800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group_id (PK, FK)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menu_id (PK, FK)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E3C44-79BC-4D38-9A8C-EFB3A47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9550"/>
            <a:ext cx="2762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BE920-F343-4A6A-BED4-D4F1A26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9550"/>
            <a:ext cx="2762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FBFC8-2692-424F-AF25-98142EBB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767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699509-C858-42C1-9050-9B93D21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95800"/>
            <a:ext cx="249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id (PK)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code (UQ)</a:t>
            </a:r>
          </a:p>
          <a:p xmlns:a="http://schemas.openxmlformats.org/drawingml/2006/main">
            <a:pPr>
              <a:defRPr sz="12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A346EB-3552-4E38-97EA-6115F27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21037-8B53-485E-8E2C-D89840EB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383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85BF0C-E8DC-49FE-B120-2EDE82C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00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1:N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CCE4F3-8631-4D6E-8F95-92B24B7E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100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N:1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743FB0-06FC-42DC-B59E-18834C1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N:1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955E7-CE84-48FE-A970-CAA7021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Setiap user terhubung ke satu cabang dan grup. created_by mengacu ke users; parent_id mengacu ke menus.</a:t>
            </a:r>
          </a:p>
        </p:txBody>
      </p:sp>
    </p:spTree>
    <p:extLst>
      <p:ext uri="{BB962C8B-B14F-4D97-AF65-F5344CB8AC3E}">
        <p14:creationId xmlns:p14="http://schemas.microsoft.com/office/powerpoint/2010/main" val="1594312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F4EAD-CD1D-4AD7-B86C-260146D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4B687-F651-48EF-A0C6-8FB9BB66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91CE3-23C9-45BA-9C66-0E16410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3. View user yang masih aktif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1F03C-A2F8-45EA-95BA-51F50C7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F499F-9A09-41CA-9BAB-EB7FC11B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5BE6F-D75A-4228-9F38-BA7E8E95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346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CREATE VIEW active_users AS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SELECT u.id, u.username, u.name, g.name AS group_name,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       b.name AS branch_name, a.name AS area_name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FROM users u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groups g ON g.id = u.group_id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branches b ON b.id = u.branch_id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areas a ON a.id = b.area_id</a:t>
            </a:r>
          </a:p>
          <a:p xmlns:a="http://schemas.openxmlformats.org/drawingml/2006/main">
            <a:pPr>
              <a:defRPr sz="187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WHERE u.is_active = true;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C073F-0772-4F2C-ACC7-EB20676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57825"/>
            <a:ext cx="1033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Daftar user aktif beserta grup, cabang, dan area masing-masing.</a:t>
            </a:r>
          </a:p>
        </p:txBody>
      </p:sp>
    </p:spTree>
    <p:extLst>
      <p:ext uri="{BB962C8B-B14F-4D97-AF65-F5344CB8AC3E}">
        <p14:creationId xmlns:p14="http://schemas.microsoft.com/office/powerpoint/2010/main" val="375309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8D170-7531-41BE-8EAD-CA10FEF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E0722-AC73-4710-9059-02D257D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A5AC-2F63-4DD6-BB3B-17055C0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3. View hak akses menu per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2CB1B-2216-44D2-8720-D7D6199F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2EDD6-5321-4B20-960F-3A214DF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21FC0-1072-4778-B2BC-B888626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477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CREATE VIEW user_menu_access AS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SELECT u.id AS user_id, u.username, g.name AS group_name,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       m.id AS menu_id, m.name AS menu_name, m.url, m.parent_id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FROM users u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groups g ON g.id = u.group_id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group_menu gm ON gm.group_id = g.id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JOIN menus m ON m.id = gm.menu_id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WHERE u.is_active = true AND m.is_active = true;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6F2A9-A054-49F3-A1B5-2E466158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10225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Hasil view berisi satu baris untuk setiap pasangan user dan menu.</a:t>
            </a:r>
          </a:p>
        </p:txBody>
      </p:sp>
    </p:spTree>
    <p:extLst>
      <p:ext uri="{BB962C8B-B14F-4D97-AF65-F5344CB8AC3E}">
        <p14:creationId xmlns:p14="http://schemas.microsoft.com/office/powerpoint/2010/main" val="696686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E832-9E59-4DF0-893F-129070F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7E2A7-BDA1-4F41-9E67-CCAC784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A71C7-5E00-453E-BB5F-09AC08A2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3. View jumlah user aktif per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42F59-DAEB-405C-9984-78E2E972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3C07A-B734-4F96-90D3-6E52009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AF411-A946-45D4-AAB6-EAFFC67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47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CREATE VIEW active_user_count_per_area AS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SELECT a.id AS area_id, a.name AS area_name,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       COUNT(u.id) AS active_user_count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FROM areas a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LEFT JOIN branches b ON b.area_id = a.id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LEFT JOIN users u ON u.branch_id = b.id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                 AND u.is_active = true</a:t>
            </a:r>
          </a:p>
          <a:p xmlns:a="http://schemas.openxmlformats.org/drawingml/2006/main">
            <a:pPr>
              <a:defRPr sz="180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GROUP BY a.id, a.name;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7CCA-3DBB-4BB4-9EB2-2A2E42E4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19750"/>
            <a:ext cx="1033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Area tanpa user aktif tetap muncul dengan jumlah 0.</a:t>
            </a:r>
          </a:p>
        </p:txBody>
      </p:sp>
    </p:spTree>
    <p:extLst>
      <p:ext uri="{BB962C8B-B14F-4D97-AF65-F5344CB8AC3E}">
        <p14:creationId xmlns:p14="http://schemas.microsoft.com/office/powerpoint/2010/main" val="176813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15E6C-AC86-4FC5-939D-B904DF5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C4A40-6231-4E29-863B-8904092F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42DCF-93F5-44F9-B8D0-8D7F95D9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1. Bagian proses yang didigitalisasi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6C300-D028-4552-BE44-4579207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206C6-101B-4CB2-B1F5-EA27A9E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B858-F5F9-468B-A99F-631B5C2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240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Langkah 2–4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7D9E9-BCFB-42ED-BD5F-F97D57E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Data konsumen, kendaraan, dan pinjaman diisi dalam satu formulir. KTP, KK, dan bukti tanda jadi diunggah saat pengajuan.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7FDFE-2297-4ABC-9D14-52B3CCB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193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9C2EC-97B3-4383-A51D-B654D57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Langkah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5D63-45C6-4B1B-8563-4C4D858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Atasan memeriksa data dan berkas, lalu menyetujui atau menolak pengajuan. Penolakan disertai alasan.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969B5-AAEE-4CCE-96AB-E01EF79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9BE98-5375-4F2A-A98F-7E7F8BC8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Langkah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E8E56-5A3D-4BDE-8ABE-3761472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Setelah pengajuan disetujui, backoffice menyiapkan kontrak dan PO untuk dicetak.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4DB73-4DC4-4B5B-A056-4B44B975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243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C1721-FB08-44BD-8D11-4B8B454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815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Langkah 7–8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19AFE-9F8E-41C1-A405-23B7AF4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81500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Marketing mengunggah dokumen yang telah ditandatangani konsumen dan dealer.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BEF43-CB16-4366-B557-08150E57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1D05B-AF36-4075-ACFD-5C3C262D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A6B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B4"/>
                </a:solidFill>
                <a:latin typeface="Arial"/>
                <a:ea typeface="Arial"/>
                <a:cs typeface="Arial"/>
              </a:rPr>
              <a:t>Langkah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22054-1006-4249-860E-96902BC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35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Backoffice mencatat nilai, tanggal, dan nomor referensi pencairan.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E39F6-0EB6-42AF-8AFD-452761A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2932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421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BF945-1BCD-4333-B8D1-A5C0B07B0FB3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096375" y="3100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528FB-52C6-4FB7-8E75-031287E8C37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05625" y="3100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7E947-982D-4E15-B542-E679D525C8B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14875" y="3100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84D4F-B06D-4902-977F-5E8D89969CD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24125" y="3100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B4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567FA-5A42-42FA-B8DE-8B00B88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424C9-0D7B-45C5-8615-C1061C8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B7DB5-735E-41AF-969A-C956712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2. Alur kerja hasil digitalisasi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B46D8-81C7-4581-8F24-64633516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1E6DA-317E-45B9-BC66-31C87B8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21DB-6E6B-4B6E-8A75-02C37863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80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C6EF3-CEFB-4A4C-B6CA-F4817632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9E88B-79A7-44ED-80D3-6D125CC0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431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C8023-ED41-4C46-9989-9A79916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19400"/>
            <a:ext cx="1543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Isi formulir dan unggah berkas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5142D-A489-4A65-A205-5BE91FF2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66950"/>
            <a:ext cx="180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060CE-58D7-494B-BDEA-B9A1B0A1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66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49AEC-87AC-4537-B37A-3CF01AF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Atasan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54354-9C70-45CD-9747-B6DB621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19400"/>
            <a:ext cx="1543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Periksa dan putuskan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4D7F2-0440-4209-AFF1-5594DF8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180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D80D8-BC24-450A-9FAE-DDC1015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EB3F3-01ED-4640-8485-0D05D73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431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37B1C-65B8-46D2-A9BE-76F25B0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19400"/>
            <a:ext cx="1543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Siapkan kontrak dan 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6965E-79C4-4E0E-A02F-4116903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66950"/>
            <a:ext cx="180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5D9F2-156C-44CF-94F1-1333210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66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2DF7B-CA26-4480-A35C-4CFA1FF6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431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9CD53-1BAC-4652-B36B-12DEAD2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19400"/>
            <a:ext cx="1543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Unggah hasil tanda tangan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3E827-D49D-422B-AF5A-4F13B7C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80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DD4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E8732-9A79-45CC-94CE-E97F01E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FC950-E536-4415-A0F6-2D2DF955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431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Backoffice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E4A79-E6E0-4426-A57A-F6B80A99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19400"/>
            <a:ext cx="1543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Catat pencairan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8A1BA-D3C9-41A8-8B76-C0C610DF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243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Pengajuan yang ditolak berhenti pada tahap persetujuan, disertai catatan alasan. Pencairan dicatat setelah dokumen bertanda tangan diunggah.</a:t>
            </a:r>
          </a:p>
        </p:txBody>
      </p:sp>
    </p:spTree>
    <p:extLst>
      <p:ext uri="{BB962C8B-B14F-4D97-AF65-F5344CB8AC3E}">
        <p14:creationId xmlns:p14="http://schemas.microsoft.com/office/powerpoint/2010/main" val="1839187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06143-1086-4D60-8C7A-8856E6A9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15C04-689D-4ECC-9AB5-ED03AB5F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D9098-C47B-4537-AD2A-AE81E0B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2.a. Program web untuk proses digital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ACCB1-4D89-41CF-9ADF-B43E60B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24C08-58C4-4AAB-AD0F-CEA2C1F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504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B69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69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E1605-0628-48D9-9195-1546379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286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D23D4-9936-485A-B1E2-8308A462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10C0F-BCAB-4013-B7DD-2D8EF51C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Pengajuan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FAC69-3F98-4E98-B60B-4794CE6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Marketing mengisi data dan mengunggah berkas.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D6A23-0755-4DD4-A7F6-C208FDEE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286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4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F8F50-8E62-4D38-B72B-AE88FDA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825F-781B-44DF-A5FB-321C4EA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Persetujuan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027CA-99A5-4978-BDF8-A28CC58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Atasan menyetujui atau menolak dengan alasan.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56911-5979-410A-948F-0A8CEA7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286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4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9159A-BB1F-4D10-AF62-E07DDF56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5D741-EADC-4F3B-9161-4F7FF0F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Dokumen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4B315-6E76-4788-ADF7-D8CD963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Backoffice menyiapkan kontrak dan PO; hasil TTD diunggah.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6E957-3A01-475C-8A19-5C84CDC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2865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4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32F10-8572-41E3-8B3F-A19A9E8B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F2797-A24A-44B7-8A33-77AAD06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Pencairan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0C427-ECB8-4AA9-BFF0-B121C3F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85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3858"/>
                </a:solidFill>
                <a:latin typeface="Arial"/>
                <a:ea typeface="Arial"/>
                <a:cs typeface="Arial"/>
              </a:rPr>
              <a:t>Backoffice mencatat nilai, tanggal, dan referensi.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B2CD7-E35F-4761-A2B4-6E73E7BC8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9e1c448a84908"/>
          <a:srcRect xmlns:a="http://schemas.openxmlformats.org/drawingml/2006/main" l="19567" t="0" r="19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43050"/>
            <a:ext cx="417195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0ECD4-C3BF-4F96-8EA7-03975BA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3B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3B72"/>
                </a:solidFill>
                <a:latin typeface="Arial"/>
                <a:ea typeface="Arial"/>
                <a:cs typeface="Arial"/>
              </a:rPr>
              <a:t>Laravel · Vue 3 · PostgreSQL</a:t>
            </a:r>
          </a:p>
        </p:txBody>
      </p:sp>
    </p:spTree>
    <p:extLst>
      <p:ext uri="{BB962C8B-B14F-4D97-AF65-F5344CB8AC3E}">
        <p14:creationId xmlns:p14="http://schemas.microsoft.com/office/powerpoint/2010/main" val="1911319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2026-10-21T03:17:56.5340000Z</dcterms:created>
  <dcterms:modified xsi:type="dcterms:W3CDTF">2026-10-21T03:17:56.5350000Z</dcterms:modified>
</coreProperties>
</file>